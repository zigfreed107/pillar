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3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B83B8-B42A-C4CC-9564-95DFE1596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7FEE2-CDD5-E656-A889-1E0EFC129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D4DA9-00BA-8963-FAA2-E3BBF1365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6E8-EED8-45F1-BB62-3FA6749678BC}" type="datetimeFigureOut">
              <a:rPr lang="en-AU" smtClean="0"/>
              <a:t>9/05/2026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F88F5-09B3-5402-F9EE-6F0CD3EBE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44DE-340A-7D5B-6C47-BF97FA41B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C1C6-7EC0-4235-AB69-1EA42C6D55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9766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F5B5F-3D8C-ABD2-C771-9A4B7A3F0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153F8-0CF5-7EA6-9AAB-68636F532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AE7FD-950F-9B6B-BD23-BD4E0076D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6E8-EED8-45F1-BB62-3FA6749678BC}" type="datetimeFigureOut">
              <a:rPr lang="en-AU" smtClean="0"/>
              <a:t>9/05/2026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8C10B-EA8E-266B-B0DE-63BAD354D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6100A-8A8E-0314-1BFE-4C37D3794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C1C6-7EC0-4235-AB69-1EA42C6D55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9146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37458-30AE-F1FA-8D15-2D14759D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FEF34-C8AA-E7EB-7D58-7D772FC0A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9ACBE-A115-7DFE-AB17-43073BEBA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6E8-EED8-45F1-BB62-3FA6749678BC}" type="datetimeFigureOut">
              <a:rPr lang="en-AU" smtClean="0"/>
              <a:t>9/05/2026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192FD-95DE-B203-D243-3513F8869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BFD13-C729-C628-D875-6787CB02E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C1C6-7EC0-4235-AB69-1EA42C6D55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4686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C6F0E-B72A-124B-2F6F-16649BB22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DD0FB-362C-3709-F478-976E745AF6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FCEC80-D850-00FB-EF65-F634FE6BF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76497-7432-32A3-82EA-E3286BC62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6E8-EED8-45F1-BB62-3FA6749678BC}" type="datetimeFigureOut">
              <a:rPr lang="en-AU" smtClean="0"/>
              <a:t>9/05/2026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525F2-9B38-9185-DCA5-48974AA94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90C4A-EE77-5FF4-EE22-0996A5287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C1C6-7EC0-4235-AB69-1EA42C6D55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77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037F7-9CEB-DEB0-B5E2-FF1B39BED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68B68-1D49-C737-F787-781D1FAD3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0F1B9-168B-A790-F774-CF8E2807C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F9466C-351A-FA89-209B-085B73672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4F8773-39E1-7B86-FDA8-99536ED89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27BD96-F6F6-C31C-EC4D-1E386D34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6E8-EED8-45F1-BB62-3FA6749678BC}" type="datetimeFigureOut">
              <a:rPr lang="en-AU" smtClean="0"/>
              <a:t>9/05/2026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BA7C04-4B58-E2A5-DE0F-C44E45367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7E631F-AFE1-23C1-A117-83F43860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C1C6-7EC0-4235-AB69-1EA42C6D55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9534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C9522-9C5C-FAE7-F1BD-B0595E83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098926-D0DB-E97E-908D-3B0FBDD39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6E8-EED8-45F1-BB62-3FA6749678BC}" type="datetimeFigureOut">
              <a:rPr lang="en-AU" smtClean="0"/>
              <a:t>9/05/2026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9A3F19-AF91-B229-EDE9-28DBB9D09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CEA9BE-7158-B099-6D75-1541CAED7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C1C6-7EC0-4235-AB69-1EA42C6D55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688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9C65C6-87BE-B852-7DA7-EB421FC61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6E8-EED8-45F1-BB62-3FA6749678BC}" type="datetimeFigureOut">
              <a:rPr lang="en-AU" smtClean="0"/>
              <a:t>9/05/2026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37C959-2FDA-4C9A-E0EB-68A92FE7A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939C3-6A93-8D3E-E2CD-1D3985FA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C1C6-7EC0-4235-AB69-1EA42C6D55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4311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494DB-3416-851E-CD84-2AE36EFC7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8DA57-3162-D8EE-6732-93D54A103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938C4-FBF9-0BDE-5E64-131B219D4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350CB-2D77-FF75-57A6-36A9CCB0E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6E8-EED8-45F1-BB62-3FA6749678BC}" type="datetimeFigureOut">
              <a:rPr lang="en-AU" smtClean="0"/>
              <a:t>9/05/2026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FEA30-FBF7-8F4A-C334-A0731C02D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837F8-8730-A275-0D72-8A1504203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C1C6-7EC0-4235-AB69-1EA42C6D55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1386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86557-1C8D-15BF-89BA-20E6DB8CA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E17A8A-83D1-BE90-4E27-B11C08A308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00C09-C2D1-2C38-89D4-065BF92A7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D0CD9-DF00-E5CD-8587-8B3C98FB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6E8-EED8-45F1-BB62-3FA6749678BC}" type="datetimeFigureOut">
              <a:rPr lang="en-AU" smtClean="0"/>
              <a:t>9/05/2026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A24F1-BAC7-AFD2-4986-A4B886BB3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B975EF-AFF5-D9A5-E038-BCE43DB6F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C1C6-7EC0-4235-AB69-1EA42C6D55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924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9F174-CF70-0676-869D-9FAB698B2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CE8B7F-DC43-3277-FDBE-5A874165E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36AE6-F9B7-4FB9-4C30-60D063D21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6E8-EED8-45F1-BB62-3FA6749678BC}" type="datetimeFigureOut">
              <a:rPr lang="en-AU" smtClean="0"/>
              <a:t>9/05/2026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7209D-8BA4-A9DF-AA8E-9433E129A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5274C-B0D1-7465-F739-22BBC2931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C1C6-7EC0-4235-AB69-1EA42C6D55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01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D376DD-54D0-81C7-6D4F-BCA22F7C13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447E4E-25EE-BAD8-185C-E53EAA51F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11EFB-4F48-3D2C-A43F-98B11F145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6E8-EED8-45F1-BB62-3FA6749678BC}" type="datetimeFigureOut">
              <a:rPr lang="en-AU" smtClean="0"/>
              <a:t>9/05/2026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373AA-9C79-4AC9-38BC-2C5289774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0873C-556F-0486-01C3-B65C9548F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C1C6-7EC0-4235-AB69-1EA42C6D55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8639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461F97-9BF7-6AB0-304D-B58D8C8CB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E1FD6-AA94-A2FC-4BDF-6A01B755B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D943C-2184-D525-C50A-9FD7F77D4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5396E8-EED8-45F1-BB62-3FA6749678BC}" type="datetimeFigureOut">
              <a:rPr lang="en-AU" smtClean="0"/>
              <a:t>9/05/2026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12F8A-C0C3-4598-2374-45D7CC468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707A2-714E-E0D8-3BDF-3071D4DD2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8FC1C6-7EC0-4235-AB69-1EA42C6D55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9567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846F30-325C-B089-E3C2-E2C2790D9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Tip / Head</a:t>
            </a:r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09873E-3ACC-3DFF-EF18-7777CC4A43AE}"/>
              </a:ext>
            </a:extLst>
          </p:cNvPr>
          <p:cNvSpPr/>
          <p:nvPr/>
        </p:nvSpPr>
        <p:spPr>
          <a:xfrm>
            <a:off x="1852908" y="4229136"/>
            <a:ext cx="285344" cy="1569395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BB38DF04-3DA6-2643-B184-BDBB6BF70BC1}"/>
              </a:ext>
            </a:extLst>
          </p:cNvPr>
          <p:cNvSpPr/>
          <p:nvPr/>
        </p:nvSpPr>
        <p:spPr>
          <a:xfrm>
            <a:off x="1852908" y="3580625"/>
            <a:ext cx="285344" cy="648511"/>
          </a:xfrm>
          <a:prstGeom prst="trapezoi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dk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54091BE-B5A8-20BD-52E8-4287B85C94DC}"/>
              </a:ext>
            </a:extLst>
          </p:cNvPr>
          <p:cNvSpPr/>
          <p:nvPr/>
        </p:nvSpPr>
        <p:spPr>
          <a:xfrm>
            <a:off x="1852908" y="3360131"/>
            <a:ext cx="285344" cy="22049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dk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F62607-9505-46DB-6D13-E0AAFCAE695B}"/>
              </a:ext>
            </a:extLst>
          </p:cNvPr>
          <p:cNvSpPr txBox="1"/>
          <p:nvPr/>
        </p:nvSpPr>
        <p:spPr>
          <a:xfrm>
            <a:off x="873655" y="2632926"/>
            <a:ext cx="89494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1200" dirty="0"/>
              <a:t>☑ Ball</a:t>
            </a:r>
          </a:p>
          <a:p>
            <a:r>
              <a:rPr lang="en-AU" sz="1200" dirty="0"/>
              <a:t>     Dia □□ 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5D1D61B-883D-2304-0987-85DF69809C22}"/>
              </a:ext>
            </a:extLst>
          </p:cNvPr>
          <p:cNvGrpSpPr/>
          <p:nvPr/>
        </p:nvGrpSpPr>
        <p:grpSpPr>
          <a:xfrm>
            <a:off x="1537252" y="3571986"/>
            <a:ext cx="231349" cy="657150"/>
            <a:chOff x="3756991" y="3532229"/>
            <a:chExt cx="231349" cy="65715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DFDAF50-4021-1A41-B2DF-67D12B06F3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6991" y="3547353"/>
              <a:ext cx="231348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DB3EB66-1FFE-6B52-C1F4-5975530AA0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6991" y="4189379"/>
              <a:ext cx="231349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2756A27-81A3-64FA-794D-F2088F3155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1890" y="3532229"/>
              <a:ext cx="0" cy="64202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2BFDBB1-93D9-9857-D6C6-EAAF7F8DB41E}"/>
              </a:ext>
            </a:extLst>
          </p:cNvPr>
          <p:cNvSpPr txBox="1"/>
          <p:nvPr/>
        </p:nvSpPr>
        <p:spPr>
          <a:xfrm>
            <a:off x="1005572" y="3734854"/>
            <a:ext cx="56420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1200" dirty="0"/>
              <a:t>Height</a:t>
            </a:r>
          </a:p>
          <a:p>
            <a:r>
              <a:rPr lang="en-AU" sz="1200" dirty="0"/>
              <a:t>□□□□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0DFC16D-32FF-1A04-C7C2-60DF4FD2BB32}"/>
              </a:ext>
            </a:extLst>
          </p:cNvPr>
          <p:cNvCxnSpPr>
            <a:cxnSpLocks/>
          </p:cNvCxnSpPr>
          <p:nvPr/>
        </p:nvCxnSpPr>
        <p:spPr>
          <a:xfrm flipH="1" flipV="1">
            <a:off x="2075094" y="3617258"/>
            <a:ext cx="310298" cy="302262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7CA8B4D-B295-2D73-D8FC-2E424973A14E}"/>
              </a:ext>
            </a:extLst>
          </p:cNvPr>
          <p:cNvSpPr txBox="1"/>
          <p:nvPr/>
        </p:nvSpPr>
        <p:spPr>
          <a:xfrm>
            <a:off x="2440800" y="3720214"/>
            <a:ext cx="89494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1200" dirty="0"/>
              <a:t>Dia </a:t>
            </a:r>
          </a:p>
          <a:p>
            <a:r>
              <a:rPr lang="en-AU" sz="1200" dirty="0"/>
              <a:t>□□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4F054E-1AA9-6829-4C37-F150BB379807}"/>
              </a:ext>
            </a:extLst>
          </p:cNvPr>
          <p:cNvSpPr txBox="1"/>
          <p:nvPr/>
        </p:nvSpPr>
        <p:spPr>
          <a:xfrm>
            <a:off x="2498460" y="4384777"/>
            <a:ext cx="89494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1200" dirty="0"/>
              <a:t>Dia </a:t>
            </a:r>
          </a:p>
          <a:p>
            <a:r>
              <a:rPr lang="en-AU" sz="1200" dirty="0"/>
              <a:t>□□ 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C7447D3-6351-5F5F-9377-038BB03F06E5}"/>
              </a:ext>
            </a:extLst>
          </p:cNvPr>
          <p:cNvGrpSpPr/>
          <p:nvPr/>
        </p:nvGrpSpPr>
        <p:grpSpPr>
          <a:xfrm>
            <a:off x="1840431" y="4221663"/>
            <a:ext cx="310298" cy="151132"/>
            <a:chOff x="4060170" y="4181906"/>
            <a:chExt cx="310298" cy="151132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E93C9A-FF97-29BB-8038-74D715AEB5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2647" y="4233366"/>
              <a:ext cx="285344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B90980D-5E38-87EC-D4DF-0ED01B0A37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0170" y="4189379"/>
              <a:ext cx="0" cy="14365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E4981E0-AEA5-89A5-1576-46BAAAC396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0468" y="4181906"/>
              <a:ext cx="0" cy="14365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06B9488-0D69-4E28-B013-93A75CC96EDB}"/>
              </a:ext>
            </a:extLst>
          </p:cNvPr>
          <p:cNvGrpSpPr/>
          <p:nvPr/>
        </p:nvGrpSpPr>
        <p:grpSpPr>
          <a:xfrm>
            <a:off x="1924935" y="3580039"/>
            <a:ext cx="148842" cy="130270"/>
            <a:chOff x="4060170" y="4181906"/>
            <a:chExt cx="310298" cy="151132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CECE35C-8E00-2234-3BD6-FB8D084E4F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2647" y="4233366"/>
              <a:ext cx="285344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154C4C2-9497-6362-3BB2-7375AC8018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0170" y="4189379"/>
              <a:ext cx="0" cy="14365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F5CF724-2C94-0FF0-3473-E63154A7FD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0468" y="4181906"/>
              <a:ext cx="0" cy="14365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0460149-20E3-D193-366B-A958DF6E2967}"/>
              </a:ext>
            </a:extLst>
          </p:cNvPr>
          <p:cNvCxnSpPr>
            <a:cxnSpLocks/>
          </p:cNvCxnSpPr>
          <p:nvPr/>
        </p:nvCxnSpPr>
        <p:spPr>
          <a:xfrm flipH="1" flipV="1">
            <a:off x="2163207" y="4274072"/>
            <a:ext cx="310298" cy="302262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1CFE128-AB39-2DF4-4858-FE8574FAF8AC}"/>
              </a:ext>
            </a:extLst>
          </p:cNvPr>
          <p:cNvGrpSpPr/>
          <p:nvPr/>
        </p:nvGrpSpPr>
        <p:grpSpPr>
          <a:xfrm>
            <a:off x="1852909" y="3156510"/>
            <a:ext cx="285343" cy="174344"/>
            <a:chOff x="4060170" y="4181906"/>
            <a:chExt cx="310298" cy="151132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6A96933-B4FB-58C3-61D3-46D98BADB6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2647" y="4233366"/>
              <a:ext cx="285344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5E9DD3E-62E2-C68A-519E-B84B8158BC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0170" y="4189379"/>
              <a:ext cx="0" cy="14365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99B9556-7380-B818-DC9B-A9079B5A46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0468" y="4181906"/>
              <a:ext cx="0" cy="14365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6730F43-20EE-9D33-6FEF-5FDF3CB408D7}"/>
              </a:ext>
            </a:extLst>
          </p:cNvPr>
          <p:cNvCxnSpPr>
            <a:cxnSpLocks/>
          </p:cNvCxnSpPr>
          <p:nvPr/>
        </p:nvCxnSpPr>
        <p:spPr>
          <a:xfrm flipH="1" flipV="1">
            <a:off x="1542610" y="2908834"/>
            <a:ext cx="310298" cy="302262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01B1F1E7-34FE-C5A1-C5DF-BA76DDCF2E98}"/>
              </a:ext>
            </a:extLst>
          </p:cNvPr>
          <p:cNvSpPr/>
          <p:nvPr/>
        </p:nvSpPr>
        <p:spPr>
          <a:xfrm>
            <a:off x="3590917" y="4072770"/>
            <a:ext cx="285344" cy="1569395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accent4"/>
              </a:solidFill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4CFACB0-F4D4-9AD0-8FC3-6DCE3045C8B3}"/>
              </a:ext>
            </a:extLst>
          </p:cNvPr>
          <p:cNvGrpSpPr/>
          <p:nvPr/>
        </p:nvGrpSpPr>
        <p:grpSpPr>
          <a:xfrm rot="2103087">
            <a:off x="3811919" y="3324479"/>
            <a:ext cx="285344" cy="869005"/>
            <a:chOff x="4072647" y="3320374"/>
            <a:chExt cx="285344" cy="869005"/>
          </a:xfrm>
        </p:grpSpPr>
        <p:sp>
          <p:nvSpPr>
            <p:cNvPr id="61" name="Trapezoid 60">
              <a:extLst>
                <a:ext uri="{FF2B5EF4-FFF2-40B4-BE49-F238E27FC236}">
                  <a16:creationId xmlns:a16="http://schemas.microsoft.com/office/drawing/2014/main" id="{31DCB798-A828-1798-93E4-BAC9F97EFB07}"/>
                </a:ext>
              </a:extLst>
            </p:cNvPr>
            <p:cNvSpPr/>
            <p:nvPr/>
          </p:nvSpPr>
          <p:spPr>
            <a:xfrm>
              <a:off x="4072647" y="3540868"/>
              <a:ext cx="285344" cy="648511"/>
            </a:xfrm>
            <a:prstGeom prst="trapezoid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dk1"/>
                </a:solidFill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66F83C7-6FB4-AE2F-9FB2-49AA77EAB217}"/>
                </a:ext>
              </a:extLst>
            </p:cNvPr>
            <p:cNvSpPr/>
            <p:nvPr/>
          </p:nvSpPr>
          <p:spPr>
            <a:xfrm>
              <a:off x="4072647" y="3320374"/>
              <a:ext cx="285344" cy="220494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dk1"/>
                </a:solidFill>
              </a:endParaRPr>
            </a:p>
          </p:txBody>
        </p:sp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299B246-574F-CD2A-B1D5-70DD45E441BF}"/>
              </a:ext>
            </a:extLst>
          </p:cNvPr>
          <p:cNvCxnSpPr>
            <a:cxnSpLocks/>
            <a:stCxn id="59" idx="0"/>
          </p:cNvCxnSpPr>
          <p:nvPr/>
        </p:nvCxnSpPr>
        <p:spPr>
          <a:xfrm>
            <a:off x="3733589" y="4072770"/>
            <a:ext cx="701238" cy="733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D42C6CB-B730-39B6-3336-E6E26F5DA47B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3733589" y="3211096"/>
            <a:ext cx="587339" cy="86167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80D1F71-6839-0C68-94E2-6D06E34036A7}"/>
              </a:ext>
            </a:extLst>
          </p:cNvPr>
          <p:cNvSpPr txBox="1"/>
          <p:nvPr/>
        </p:nvSpPr>
        <p:spPr>
          <a:xfrm>
            <a:off x="4222549" y="3641933"/>
            <a:ext cx="89494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1200" dirty="0"/>
              <a:t>Min Angle</a:t>
            </a:r>
          </a:p>
        </p:txBody>
      </p:sp>
      <p:sp>
        <p:nvSpPr>
          <p:cNvPr id="72" name="Trapezoid 71">
            <a:extLst>
              <a:ext uri="{FF2B5EF4-FFF2-40B4-BE49-F238E27FC236}">
                <a16:creationId xmlns:a16="http://schemas.microsoft.com/office/drawing/2014/main" id="{B8136754-7FF8-6722-13A8-D68A5961EB2D}"/>
              </a:ext>
            </a:extLst>
          </p:cNvPr>
          <p:cNvSpPr/>
          <p:nvPr/>
        </p:nvSpPr>
        <p:spPr>
          <a:xfrm>
            <a:off x="1552283" y="5798531"/>
            <a:ext cx="881269" cy="349773"/>
          </a:xfrm>
          <a:prstGeom prst="trapezoid">
            <a:avLst>
              <a:gd name="adj" fmla="val 83726"/>
            </a:avLst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3" name="Trapezoid 72">
            <a:extLst>
              <a:ext uri="{FF2B5EF4-FFF2-40B4-BE49-F238E27FC236}">
                <a16:creationId xmlns:a16="http://schemas.microsoft.com/office/drawing/2014/main" id="{71413AC5-CB05-41BE-F671-2AEA4B85EFE4}"/>
              </a:ext>
            </a:extLst>
          </p:cNvPr>
          <p:cNvSpPr/>
          <p:nvPr/>
        </p:nvSpPr>
        <p:spPr>
          <a:xfrm>
            <a:off x="3292954" y="5642165"/>
            <a:ext cx="881269" cy="349773"/>
          </a:xfrm>
          <a:prstGeom prst="trapezoid">
            <a:avLst>
              <a:gd name="adj" fmla="val 83726"/>
            </a:avLst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F4D0742-F058-2A02-2517-E07016DED5FC}"/>
              </a:ext>
            </a:extLst>
          </p:cNvPr>
          <p:cNvCxnSpPr/>
          <p:nvPr/>
        </p:nvCxnSpPr>
        <p:spPr>
          <a:xfrm>
            <a:off x="1321127" y="3468757"/>
            <a:ext cx="1296177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73B6737-12E9-CC5F-04DE-70858FDAA2E7}"/>
              </a:ext>
            </a:extLst>
          </p:cNvPr>
          <p:cNvCxnSpPr>
            <a:cxnSpLocks/>
          </p:cNvCxnSpPr>
          <p:nvPr/>
        </p:nvCxnSpPr>
        <p:spPr>
          <a:xfrm>
            <a:off x="3624894" y="3117757"/>
            <a:ext cx="838412" cy="60245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3AC38FF5-790D-1F0D-58FD-ADC1CEE0D085}"/>
              </a:ext>
            </a:extLst>
          </p:cNvPr>
          <p:cNvSpPr/>
          <p:nvPr/>
        </p:nvSpPr>
        <p:spPr>
          <a:xfrm>
            <a:off x="6660190" y="4229136"/>
            <a:ext cx="285344" cy="1569395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0" name="Trapezoid 79">
            <a:extLst>
              <a:ext uri="{FF2B5EF4-FFF2-40B4-BE49-F238E27FC236}">
                <a16:creationId xmlns:a16="http://schemas.microsoft.com/office/drawing/2014/main" id="{59ED580A-5E42-DF53-767C-5992A685F84E}"/>
              </a:ext>
            </a:extLst>
          </p:cNvPr>
          <p:cNvSpPr/>
          <p:nvPr/>
        </p:nvSpPr>
        <p:spPr>
          <a:xfrm>
            <a:off x="6660190" y="3580625"/>
            <a:ext cx="285344" cy="648511"/>
          </a:xfrm>
          <a:prstGeom prst="trapezoi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dk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B3DCED3-8287-F848-B15D-FEB90D23DF17}"/>
              </a:ext>
            </a:extLst>
          </p:cNvPr>
          <p:cNvSpPr txBox="1"/>
          <p:nvPr/>
        </p:nvSpPr>
        <p:spPr>
          <a:xfrm>
            <a:off x="5680937" y="2632926"/>
            <a:ext cx="89494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1200" dirty="0"/>
              <a:t> □ Ball</a:t>
            </a:r>
          </a:p>
          <a:p>
            <a:r>
              <a:rPr lang="en-AU" sz="1200" dirty="0"/>
              <a:t>     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AD91792-7498-0FC7-BB3A-73B838CA2B98}"/>
              </a:ext>
            </a:extLst>
          </p:cNvPr>
          <p:cNvGrpSpPr/>
          <p:nvPr/>
        </p:nvGrpSpPr>
        <p:grpSpPr>
          <a:xfrm>
            <a:off x="6344534" y="3571986"/>
            <a:ext cx="231349" cy="657150"/>
            <a:chOff x="3756991" y="3532229"/>
            <a:chExt cx="231349" cy="657150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FB927D69-79BE-8FBF-20F5-991208D093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6991" y="3547353"/>
              <a:ext cx="231348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95686A0-100C-6FCF-9462-8E0468E352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6991" y="4189379"/>
              <a:ext cx="231349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4BB2599-140D-C9DA-B0FA-4E39F9CF0F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1890" y="3532229"/>
              <a:ext cx="0" cy="64202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A7E92BC0-3C0B-22CF-2BE5-2D0567B80B32}"/>
              </a:ext>
            </a:extLst>
          </p:cNvPr>
          <p:cNvSpPr txBox="1"/>
          <p:nvPr/>
        </p:nvSpPr>
        <p:spPr>
          <a:xfrm>
            <a:off x="5812854" y="3734854"/>
            <a:ext cx="56420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1200" dirty="0"/>
              <a:t>Height</a:t>
            </a:r>
          </a:p>
          <a:p>
            <a:r>
              <a:rPr lang="en-AU" sz="1200" dirty="0"/>
              <a:t>□□□□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3A8C7BC-2AD6-C17B-00DB-28EE3F77EF43}"/>
              </a:ext>
            </a:extLst>
          </p:cNvPr>
          <p:cNvCxnSpPr>
            <a:cxnSpLocks/>
          </p:cNvCxnSpPr>
          <p:nvPr/>
        </p:nvCxnSpPr>
        <p:spPr>
          <a:xfrm flipH="1" flipV="1">
            <a:off x="6882376" y="3617258"/>
            <a:ext cx="310298" cy="302262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10AD0746-5A8D-2B1F-497F-60E35E188EF6}"/>
              </a:ext>
            </a:extLst>
          </p:cNvPr>
          <p:cNvSpPr txBox="1"/>
          <p:nvPr/>
        </p:nvSpPr>
        <p:spPr>
          <a:xfrm>
            <a:off x="7248082" y="3720214"/>
            <a:ext cx="89494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1200" dirty="0"/>
              <a:t>Dia </a:t>
            </a:r>
          </a:p>
          <a:p>
            <a:r>
              <a:rPr lang="en-AU" sz="1200" dirty="0"/>
              <a:t>□□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2379D5B-78A2-B363-A054-E28F6CD7756C}"/>
              </a:ext>
            </a:extLst>
          </p:cNvPr>
          <p:cNvSpPr txBox="1"/>
          <p:nvPr/>
        </p:nvSpPr>
        <p:spPr>
          <a:xfrm>
            <a:off x="7305742" y="4384777"/>
            <a:ext cx="89494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1200" dirty="0"/>
              <a:t>Dia </a:t>
            </a:r>
          </a:p>
          <a:p>
            <a:r>
              <a:rPr lang="en-AU" sz="1200" dirty="0"/>
              <a:t>□□ 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C5D9518-31A5-87CE-BE11-7A338671E959}"/>
              </a:ext>
            </a:extLst>
          </p:cNvPr>
          <p:cNvGrpSpPr/>
          <p:nvPr/>
        </p:nvGrpSpPr>
        <p:grpSpPr>
          <a:xfrm>
            <a:off x="6647713" y="4221663"/>
            <a:ext cx="310298" cy="151132"/>
            <a:chOff x="4060170" y="4181906"/>
            <a:chExt cx="310298" cy="151132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33146CD-9ED4-A2B2-0CB0-C46A053A92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2647" y="4233366"/>
              <a:ext cx="285344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DFFBC82-D361-6A83-99D3-527D85D4BC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0170" y="4189379"/>
              <a:ext cx="0" cy="14365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9915D2CB-5EE5-4644-5F2C-2D233FEC9C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0468" y="4181906"/>
              <a:ext cx="0" cy="14365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C33B6A2-74D0-38A6-5399-DEF7259A90BD}"/>
              </a:ext>
            </a:extLst>
          </p:cNvPr>
          <p:cNvGrpSpPr/>
          <p:nvPr/>
        </p:nvGrpSpPr>
        <p:grpSpPr>
          <a:xfrm>
            <a:off x="6732217" y="3580039"/>
            <a:ext cx="148842" cy="130270"/>
            <a:chOff x="4060170" y="4181906"/>
            <a:chExt cx="310298" cy="151132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109FCC74-42CD-696C-2862-9E158EE034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2647" y="4233366"/>
              <a:ext cx="285344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7C8447F3-1ECA-F51E-8D3B-D60A633123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0170" y="4189379"/>
              <a:ext cx="0" cy="14365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20F8BBCE-5E36-36EC-591D-CA3E10EC6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0468" y="4181906"/>
              <a:ext cx="0" cy="14365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1C9DB3A-4D81-88C9-2537-A56C02F6F936}"/>
              </a:ext>
            </a:extLst>
          </p:cNvPr>
          <p:cNvCxnSpPr>
            <a:cxnSpLocks/>
          </p:cNvCxnSpPr>
          <p:nvPr/>
        </p:nvCxnSpPr>
        <p:spPr>
          <a:xfrm flipH="1" flipV="1">
            <a:off x="6970489" y="4274072"/>
            <a:ext cx="310298" cy="302262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A50CA39-F885-0768-3D5C-EC0FC8317479}"/>
              </a:ext>
            </a:extLst>
          </p:cNvPr>
          <p:cNvSpPr/>
          <p:nvPr/>
        </p:nvSpPr>
        <p:spPr>
          <a:xfrm>
            <a:off x="8398199" y="4072770"/>
            <a:ext cx="285344" cy="1569395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accent4"/>
              </a:solidFill>
            </a:endParaRPr>
          </a:p>
        </p:txBody>
      </p:sp>
      <p:sp>
        <p:nvSpPr>
          <p:cNvPr id="107" name="Trapezoid 106">
            <a:extLst>
              <a:ext uri="{FF2B5EF4-FFF2-40B4-BE49-F238E27FC236}">
                <a16:creationId xmlns:a16="http://schemas.microsoft.com/office/drawing/2014/main" id="{1DC1B560-3671-CAD7-D7EA-F71E2F950506}"/>
              </a:ext>
            </a:extLst>
          </p:cNvPr>
          <p:cNvSpPr/>
          <p:nvPr/>
        </p:nvSpPr>
        <p:spPr>
          <a:xfrm rot="2103087">
            <a:off x="8555885" y="3524978"/>
            <a:ext cx="285344" cy="648511"/>
          </a:xfrm>
          <a:prstGeom prst="trapezoi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dk1"/>
              </a:solidFill>
            </a:endParaRP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E51EB7B-7402-9A62-B673-C18324180617}"/>
              </a:ext>
            </a:extLst>
          </p:cNvPr>
          <p:cNvCxnSpPr>
            <a:cxnSpLocks/>
            <a:stCxn id="105" idx="0"/>
          </p:cNvCxnSpPr>
          <p:nvPr/>
        </p:nvCxnSpPr>
        <p:spPr>
          <a:xfrm>
            <a:off x="8540871" y="4072770"/>
            <a:ext cx="701238" cy="733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3E6FDFD0-F186-9109-4A7E-D6B51626108A}"/>
              </a:ext>
            </a:extLst>
          </p:cNvPr>
          <p:cNvSpPr txBox="1"/>
          <p:nvPr/>
        </p:nvSpPr>
        <p:spPr>
          <a:xfrm>
            <a:off x="9029831" y="3641933"/>
            <a:ext cx="89494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1200" dirty="0"/>
              <a:t>Min Angle</a:t>
            </a:r>
          </a:p>
        </p:txBody>
      </p:sp>
      <p:sp>
        <p:nvSpPr>
          <p:cNvPr id="112" name="Trapezoid 111">
            <a:extLst>
              <a:ext uri="{FF2B5EF4-FFF2-40B4-BE49-F238E27FC236}">
                <a16:creationId xmlns:a16="http://schemas.microsoft.com/office/drawing/2014/main" id="{92B52817-262B-02B2-7DD2-C2B4E653B54D}"/>
              </a:ext>
            </a:extLst>
          </p:cNvPr>
          <p:cNvSpPr/>
          <p:nvPr/>
        </p:nvSpPr>
        <p:spPr>
          <a:xfrm>
            <a:off x="6359565" y="5798531"/>
            <a:ext cx="881269" cy="349773"/>
          </a:xfrm>
          <a:prstGeom prst="trapezoid">
            <a:avLst>
              <a:gd name="adj" fmla="val 83726"/>
            </a:avLst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3" name="Trapezoid 112">
            <a:extLst>
              <a:ext uri="{FF2B5EF4-FFF2-40B4-BE49-F238E27FC236}">
                <a16:creationId xmlns:a16="http://schemas.microsoft.com/office/drawing/2014/main" id="{C3F5C726-B6D9-DD50-63FD-230A02C48CC8}"/>
              </a:ext>
            </a:extLst>
          </p:cNvPr>
          <p:cNvSpPr/>
          <p:nvPr/>
        </p:nvSpPr>
        <p:spPr>
          <a:xfrm>
            <a:off x="8100236" y="5642165"/>
            <a:ext cx="881269" cy="349773"/>
          </a:xfrm>
          <a:prstGeom prst="trapezoid">
            <a:avLst>
              <a:gd name="adj" fmla="val 83726"/>
            </a:avLst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EA2FE6A-EE6B-DE60-5213-0E60F21D22E7}"/>
              </a:ext>
            </a:extLst>
          </p:cNvPr>
          <p:cNvCxnSpPr/>
          <p:nvPr/>
        </p:nvCxnSpPr>
        <p:spPr>
          <a:xfrm>
            <a:off x="6161539" y="3571986"/>
            <a:ext cx="1296177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407070E-0199-8354-4564-0316D8B4166F}"/>
              </a:ext>
            </a:extLst>
          </p:cNvPr>
          <p:cNvCxnSpPr>
            <a:cxnSpLocks/>
          </p:cNvCxnSpPr>
          <p:nvPr/>
        </p:nvCxnSpPr>
        <p:spPr>
          <a:xfrm>
            <a:off x="8439451" y="3239371"/>
            <a:ext cx="838412" cy="60245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6" name="Trapezoid 115">
            <a:extLst>
              <a:ext uri="{FF2B5EF4-FFF2-40B4-BE49-F238E27FC236}">
                <a16:creationId xmlns:a16="http://schemas.microsoft.com/office/drawing/2014/main" id="{3DA477BA-3F22-98DA-E15D-B45AE71DBB43}"/>
              </a:ext>
            </a:extLst>
          </p:cNvPr>
          <p:cNvSpPr/>
          <p:nvPr/>
        </p:nvSpPr>
        <p:spPr>
          <a:xfrm>
            <a:off x="6732402" y="3225487"/>
            <a:ext cx="149186" cy="339059"/>
          </a:xfrm>
          <a:prstGeom prst="trapezoi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dk1"/>
              </a:solidFill>
            </a:endParaRP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C02AE50-35F5-18F4-0C96-689C85694093}"/>
              </a:ext>
            </a:extLst>
          </p:cNvPr>
          <p:cNvGrpSpPr/>
          <p:nvPr/>
        </p:nvGrpSpPr>
        <p:grpSpPr>
          <a:xfrm>
            <a:off x="6327053" y="3211096"/>
            <a:ext cx="231349" cy="375384"/>
            <a:chOff x="3756991" y="3532229"/>
            <a:chExt cx="231349" cy="657150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2A0B3CD2-76FC-8CAC-0979-FECD4C5F32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6991" y="3547353"/>
              <a:ext cx="231348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A9E5266-84BB-364D-A6E1-3FF98F919B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6991" y="4189379"/>
              <a:ext cx="231349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331126F-DB77-FAB8-31F3-460F9401AC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1890" y="3532229"/>
              <a:ext cx="0" cy="64202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2A2E022D-8261-D41D-603F-CC9457142E29}"/>
              </a:ext>
            </a:extLst>
          </p:cNvPr>
          <p:cNvSpPr txBox="1"/>
          <p:nvPr/>
        </p:nvSpPr>
        <p:spPr>
          <a:xfrm>
            <a:off x="5634213" y="3296393"/>
            <a:ext cx="7028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1200" dirty="0" err="1"/>
              <a:t>Pentration</a:t>
            </a:r>
            <a:endParaRPr lang="en-AU" sz="1200" dirty="0"/>
          </a:p>
          <a:p>
            <a:endParaRPr lang="en-AU" sz="1200" dirty="0"/>
          </a:p>
        </p:txBody>
      </p:sp>
      <p:sp>
        <p:nvSpPr>
          <p:cNvPr id="122" name="Trapezoid 121">
            <a:extLst>
              <a:ext uri="{FF2B5EF4-FFF2-40B4-BE49-F238E27FC236}">
                <a16:creationId xmlns:a16="http://schemas.microsoft.com/office/drawing/2014/main" id="{0ACF6A16-47AC-EDD5-EB2F-8C94560588DE}"/>
              </a:ext>
            </a:extLst>
          </p:cNvPr>
          <p:cNvSpPr/>
          <p:nvPr/>
        </p:nvSpPr>
        <p:spPr>
          <a:xfrm rot="2103087">
            <a:off x="8920036" y="3262494"/>
            <a:ext cx="152848" cy="347383"/>
          </a:xfrm>
          <a:prstGeom prst="trapezoi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dk1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02DEF67-E1CC-9EF1-57F3-5C648947FB91}"/>
              </a:ext>
            </a:extLst>
          </p:cNvPr>
          <p:cNvCxnSpPr>
            <a:cxnSpLocks/>
            <a:stCxn id="105" idx="0"/>
          </p:cNvCxnSpPr>
          <p:nvPr/>
        </p:nvCxnSpPr>
        <p:spPr>
          <a:xfrm flipV="1">
            <a:off x="8540871" y="3211096"/>
            <a:ext cx="587339" cy="86167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832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8BA55-6A3A-176B-03B5-BCFAC80B4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Centre / Stem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B87A27E-B799-EDEC-55BF-7B7C5875FBA0}"/>
              </a:ext>
            </a:extLst>
          </p:cNvPr>
          <p:cNvSpPr/>
          <p:nvPr/>
        </p:nvSpPr>
        <p:spPr>
          <a:xfrm>
            <a:off x="2160132" y="4196710"/>
            <a:ext cx="285344" cy="156939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Trapezoid 32">
            <a:extLst>
              <a:ext uri="{FF2B5EF4-FFF2-40B4-BE49-F238E27FC236}">
                <a16:creationId xmlns:a16="http://schemas.microsoft.com/office/drawing/2014/main" id="{BD3BA955-2363-78B4-3B62-BF9CC1D94F0C}"/>
              </a:ext>
            </a:extLst>
          </p:cNvPr>
          <p:cNvSpPr/>
          <p:nvPr/>
        </p:nvSpPr>
        <p:spPr>
          <a:xfrm>
            <a:off x="2160132" y="3548199"/>
            <a:ext cx="285344" cy="648511"/>
          </a:xfrm>
          <a:prstGeom prst="trapezoid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dk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453471D-2A3D-E9DC-4837-2403F918A4AC}"/>
              </a:ext>
            </a:extLst>
          </p:cNvPr>
          <p:cNvSpPr/>
          <p:nvPr/>
        </p:nvSpPr>
        <p:spPr>
          <a:xfrm>
            <a:off x="2160132" y="3327705"/>
            <a:ext cx="285344" cy="220494"/>
          </a:xfrm>
          <a:prstGeom prst="ellipse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dk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A22704-FCB8-6C78-DA1F-7115E5816A83}"/>
              </a:ext>
            </a:extLst>
          </p:cNvPr>
          <p:cNvSpPr txBox="1"/>
          <p:nvPr/>
        </p:nvSpPr>
        <p:spPr>
          <a:xfrm>
            <a:off x="2791764" y="4718594"/>
            <a:ext cx="89494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1200" dirty="0"/>
              <a:t>Dia </a:t>
            </a:r>
          </a:p>
          <a:p>
            <a:r>
              <a:rPr lang="en-AU" sz="1200" dirty="0"/>
              <a:t>□□ 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6174DD0-B80F-0590-9163-004A6943217D}"/>
              </a:ext>
            </a:extLst>
          </p:cNvPr>
          <p:cNvGrpSpPr/>
          <p:nvPr/>
        </p:nvGrpSpPr>
        <p:grpSpPr>
          <a:xfrm>
            <a:off x="2144993" y="4529169"/>
            <a:ext cx="310298" cy="151132"/>
            <a:chOff x="4060170" y="4181906"/>
            <a:chExt cx="310298" cy="151132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910B79E-9E7E-56A7-A5C2-1BE6EA9F43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2647" y="4233366"/>
              <a:ext cx="285344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E91FA5A-5715-ACA3-77F7-51CDBA448C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0170" y="4189379"/>
              <a:ext cx="0" cy="14365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B7FE9BA-F4B3-EDD3-4220-D1E95B4DDC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0468" y="4181906"/>
              <a:ext cx="0" cy="14365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7436057-88D9-9C0B-8330-FD02E6FA16C0}"/>
              </a:ext>
            </a:extLst>
          </p:cNvPr>
          <p:cNvCxnSpPr>
            <a:cxnSpLocks/>
          </p:cNvCxnSpPr>
          <p:nvPr/>
        </p:nvCxnSpPr>
        <p:spPr>
          <a:xfrm flipH="1" flipV="1">
            <a:off x="2463471" y="4600998"/>
            <a:ext cx="310298" cy="302262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9" name="Trapezoid 48">
            <a:extLst>
              <a:ext uri="{FF2B5EF4-FFF2-40B4-BE49-F238E27FC236}">
                <a16:creationId xmlns:a16="http://schemas.microsoft.com/office/drawing/2014/main" id="{8B312A0D-0BC1-A566-9E09-4D69B9836149}"/>
              </a:ext>
            </a:extLst>
          </p:cNvPr>
          <p:cNvSpPr/>
          <p:nvPr/>
        </p:nvSpPr>
        <p:spPr>
          <a:xfrm>
            <a:off x="1859507" y="5767076"/>
            <a:ext cx="881269" cy="349773"/>
          </a:xfrm>
          <a:prstGeom prst="trapezoid">
            <a:avLst>
              <a:gd name="adj" fmla="val 83726"/>
            </a:avLst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4605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DBAB9-B99C-9A23-593B-5435F4E3D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F06D2D-FFD9-0797-731D-642A0AD8171F}"/>
              </a:ext>
            </a:extLst>
          </p:cNvPr>
          <p:cNvSpPr/>
          <p:nvPr/>
        </p:nvSpPr>
        <p:spPr>
          <a:xfrm>
            <a:off x="2544445" y="3110032"/>
            <a:ext cx="285344" cy="1569395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rapezoid 3">
            <a:extLst>
              <a:ext uri="{FF2B5EF4-FFF2-40B4-BE49-F238E27FC236}">
                <a16:creationId xmlns:a16="http://schemas.microsoft.com/office/drawing/2014/main" id="{CA832463-D29F-FA17-7F5D-986092FAE8BB}"/>
              </a:ext>
            </a:extLst>
          </p:cNvPr>
          <p:cNvSpPr/>
          <p:nvPr/>
        </p:nvSpPr>
        <p:spPr>
          <a:xfrm>
            <a:off x="2544445" y="2461521"/>
            <a:ext cx="285344" cy="648511"/>
          </a:xfrm>
          <a:prstGeom prst="trapezoid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dk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EF88F1-4B56-5429-170D-1D8CBC962C9A}"/>
              </a:ext>
            </a:extLst>
          </p:cNvPr>
          <p:cNvSpPr/>
          <p:nvPr/>
        </p:nvSpPr>
        <p:spPr>
          <a:xfrm>
            <a:off x="2544445" y="2241027"/>
            <a:ext cx="285344" cy="220494"/>
          </a:xfrm>
          <a:prstGeom prst="ellipse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dk1"/>
              </a:solidFill>
            </a:endParaRPr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4FCDF354-A505-B106-5C1D-236252D51395}"/>
              </a:ext>
            </a:extLst>
          </p:cNvPr>
          <p:cNvSpPr/>
          <p:nvPr/>
        </p:nvSpPr>
        <p:spPr>
          <a:xfrm>
            <a:off x="2246482" y="4679427"/>
            <a:ext cx="881269" cy="349773"/>
          </a:xfrm>
          <a:prstGeom prst="trapezoid">
            <a:avLst>
              <a:gd name="adj" fmla="val 83726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dk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D053B8C-1C66-F372-3738-2CB4998DD471}"/>
              </a:ext>
            </a:extLst>
          </p:cNvPr>
          <p:cNvGrpSpPr/>
          <p:nvPr/>
        </p:nvGrpSpPr>
        <p:grpSpPr>
          <a:xfrm>
            <a:off x="1832845" y="4679426"/>
            <a:ext cx="231349" cy="349773"/>
            <a:chOff x="3756991" y="3532229"/>
            <a:chExt cx="231349" cy="65715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E9FEA26-30A6-C480-5D50-B1A52D7C62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6991" y="3547353"/>
              <a:ext cx="231348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BE641E4-9F01-396C-344E-53A388BB6B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6991" y="4189379"/>
              <a:ext cx="231349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DD8FA19-799B-4B59-0F8C-2375BBCE5A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1890" y="3532229"/>
              <a:ext cx="0" cy="64202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BE75527-675A-8DC3-DB9F-6EC90A23EFF3}"/>
              </a:ext>
            </a:extLst>
          </p:cNvPr>
          <p:cNvGrpSpPr/>
          <p:nvPr/>
        </p:nvGrpSpPr>
        <p:grpSpPr>
          <a:xfrm>
            <a:off x="2234147" y="5176806"/>
            <a:ext cx="893604" cy="229391"/>
            <a:chOff x="4060170" y="4181906"/>
            <a:chExt cx="310298" cy="151132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19A65B0-04DC-20F0-6181-4B556EE105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2647" y="4233366"/>
              <a:ext cx="285344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708C0CA-B4FA-3F16-EEA4-34EBFECACC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0170" y="4189379"/>
              <a:ext cx="0" cy="14365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31C0BA7-9904-A616-3A4D-C44403C36D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0468" y="4181906"/>
              <a:ext cx="0" cy="14365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5E2D00D-CFD8-F3E6-9C3E-30DAF53701DD}"/>
              </a:ext>
            </a:extLst>
          </p:cNvPr>
          <p:cNvSpPr txBox="1"/>
          <p:nvPr/>
        </p:nvSpPr>
        <p:spPr>
          <a:xfrm>
            <a:off x="2425634" y="5327938"/>
            <a:ext cx="51063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1200" dirty="0"/>
              <a:t>Dia </a:t>
            </a:r>
          </a:p>
          <a:p>
            <a:r>
              <a:rPr lang="en-AU" sz="1200" dirty="0"/>
              <a:t>□□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1F2333-C8C7-651F-A62D-AF76498A2018}"/>
              </a:ext>
            </a:extLst>
          </p:cNvPr>
          <p:cNvSpPr txBox="1"/>
          <p:nvPr/>
        </p:nvSpPr>
        <p:spPr>
          <a:xfrm>
            <a:off x="1237391" y="4665621"/>
            <a:ext cx="56420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1200" dirty="0"/>
              <a:t>Height</a:t>
            </a:r>
          </a:p>
          <a:p>
            <a:r>
              <a:rPr lang="en-AU" sz="1200" dirty="0"/>
              <a:t>□□□□</a:t>
            </a:r>
          </a:p>
        </p:txBody>
      </p:sp>
    </p:spTree>
    <p:extLst>
      <p:ext uri="{BB962C8B-B14F-4D97-AF65-F5344CB8AC3E}">
        <p14:creationId xmlns:p14="http://schemas.microsoft.com/office/powerpoint/2010/main" val="2816973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C0FF25-68F5-5BCF-B3AC-1137A33F2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82E8C65-6474-5A41-6BCB-D25960B550DB}"/>
              </a:ext>
            </a:extLst>
          </p:cNvPr>
          <p:cNvGrpSpPr/>
          <p:nvPr/>
        </p:nvGrpSpPr>
        <p:grpSpPr>
          <a:xfrm>
            <a:off x="10429462" y="3916017"/>
            <a:ext cx="1643268" cy="2411897"/>
            <a:chOff x="92765" y="1974573"/>
            <a:chExt cx="1305339" cy="306125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3E30BBF-6DCD-4343-35AD-6213E3B635D6}"/>
                </a:ext>
              </a:extLst>
            </p:cNvPr>
            <p:cNvSpPr/>
            <p:nvPr/>
          </p:nvSpPr>
          <p:spPr>
            <a:xfrm>
              <a:off x="92765" y="1974573"/>
              <a:ext cx="1305339" cy="3061253"/>
            </a:xfrm>
            <a:prstGeom prst="roundRect">
              <a:avLst>
                <a:gd name="adj" fmla="val 3070"/>
              </a:avLst>
            </a:prstGeom>
            <a:solidFill>
              <a:srgbClr val="F9F9F9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A4B7AB7-E854-D527-95B0-9F3BB94BFC83}"/>
                </a:ext>
              </a:extLst>
            </p:cNvPr>
            <p:cNvSpPr/>
            <p:nvPr/>
          </p:nvSpPr>
          <p:spPr>
            <a:xfrm>
              <a:off x="185530" y="2186608"/>
              <a:ext cx="1086679" cy="165652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AU" sz="700" dirty="0">
                  <a:solidFill>
                    <a:schemeClr val="tx1"/>
                  </a:solidFill>
                </a:rPr>
                <a:t>Medium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7ECE4EF-342B-4804-D57F-B9FC0DC17EB2}"/>
                </a:ext>
              </a:extLst>
            </p:cNvPr>
            <p:cNvSpPr/>
            <p:nvPr/>
          </p:nvSpPr>
          <p:spPr>
            <a:xfrm>
              <a:off x="185530" y="2020956"/>
              <a:ext cx="1086679" cy="16565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AU" sz="700" dirty="0">
                  <a:solidFill>
                    <a:schemeClr val="tx1"/>
                  </a:solidFill>
                </a:rPr>
                <a:t>Support Preset</a:t>
              </a:r>
            </a:p>
          </p:txBody>
        </p:sp>
        <p:sp>
          <p:nvSpPr>
            <p:cNvPr id="10" name="Flowchart: Merge 9">
              <a:extLst>
                <a:ext uri="{FF2B5EF4-FFF2-40B4-BE49-F238E27FC236}">
                  <a16:creationId xmlns:a16="http://schemas.microsoft.com/office/drawing/2014/main" id="{33A2768D-E639-C4E4-DF31-F7865CDC5A88}"/>
                </a:ext>
              </a:extLst>
            </p:cNvPr>
            <p:cNvSpPr/>
            <p:nvPr/>
          </p:nvSpPr>
          <p:spPr>
            <a:xfrm>
              <a:off x="1139687" y="2269434"/>
              <a:ext cx="86139" cy="45719"/>
            </a:xfrm>
            <a:prstGeom prst="flowChartMerg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226F00E-2B6C-E3C3-8DF8-16D449837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530" y="2656507"/>
              <a:ext cx="1052138" cy="2028135"/>
            </a:xfrm>
            <a:prstGeom prst="rect">
              <a:avLst/>
            </a:prstGeom>
          </p:spPr>
        </p:pic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6C3E678-D3C2-AC9B-1950-C72479D0EE6A}"/>
                </a:ext>
              </a:extLst>
            </p:cNvPr>
            <p:cNvSpPr/>
            <p:nvPr/>
          </p:nvSpPr>
          <p:spPr>
            <a:xfrm>
              <a:off x="583096" y="4789552"/>
              <a:ext cx="748747" cy="199337"/>
            </a:xfrm>
            <a:prstGeom prst="roundRect">
              <a:avLst>
                <a:gd name="adj" fmla="val 3070"/>
              </a:avLst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800" dirty="0">
                  <a:solidFill>
                    <a:schemeClr val="tx1"/>
                  </a:solidFill>
                </a:rPr>
                <a:t>Advanced…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6948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2"/>
        </a:lnRef>
        <a:fillRef idx="0">
          <a:schemeClr val="accent2"/>
        </a:fillRef>
        <a:effectRef idx="1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44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Tip / Head</vt:lpstr>
      <vt:lpstr>Centre / Stem</vt:lpstr>
      <vt:lpstr>Base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Allan Kerridge</dc:creator>
  <cp:lastModifiedBy>Allan Kerridge</cp:lastModifiedBy>
  <cp:revision>2</cp:revision>
  <dcterms:created xsi:type="dcterms:W3CDTF">2026-05-09T08:07:58Z</dcterms:created>
  <dcterms:modified xsi:type="dcterms:W3CDTF">2026-05-09T09:02:35Z</dcterms:modified>
</cp:coreProperties>
</file>